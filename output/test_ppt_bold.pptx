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 트렌드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EB3B"/>
                </a:solidFill>
              </a:defRPr>
            </a:pPr>
            <a:r>
              <a:t>비즈니스 리더를 위한 핵심 인사이트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566160"/>
            <a:ext cx="2743200" cy="381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EB3B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EEEEE"/>
                </a:solidFill>
              </a:defRPr>
            </a:pPr>
            <a:r>
              <a:t>AI 시장 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EB3B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EEEEE"/>
                </a:solidFill>
              </a:defRPr>
            </a:pPr>
            <a:r>
              <a:t>3대 핵심 트렌드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EB3B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EEEEE"/>
                </a:solidFill>
              </a:defRPr>
            </a:pPr>
            <a:r>
              <a:t>우리 회사 적용 방안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66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EB3B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EEEEE"/>
                </a:solidFill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AI 시장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EEEEE"/>
                </a:solidFill>
              </a:defRPr>
            </a:pPr>
            <a:r>
              <a:t>글로벌 AI 시장 규모 $200B 돌파</a:t>
            </a:r>
          </a:p>
          <a:p>
            <a:pPr>
              <a:spcAft>
                <a:spcPts val="800"/>
              </a:spcAft>
              <a:defRPr sz="2000">
                <a:solidFill>
                  <a:srgbClr val="EEEEEE"/>
                </a:solidFill>
              </a:defRPr>
            </a:pPr>
            <a:r>
              <a:t>연평균 성장률 35%</a:t>
            </a:r>
          </a:p>
          <a:p>
            <a:pPr>
              <a:spcAft>
                <a:spcPts val="800"/>
              </a:spcAft>
              <a:defRPr sz="2000">
                <a:solidFill>
                  <a:srgbClr val="EEEEEE"/>
                </a:solidFill>
              </a:defRPr>
            </a:pPr>
            <a:r>
              <a:t>생성형 AI가 성장을 주도</a:t>
            </a:r>
          </a:p>
          <a:p>
            <a:pPr>
              <a:spcAft>
                <a:spcPts val="800"/>
              </a:spcAft>
              <a:defRPr sz="2000">
                <a:solidFill>
                  <a:srgbClr val="EEEEEE"/>
                </a:solidFill>
              </a:defRPr>
            </a:pPr>
            <a:r>
              <a:t>한국 기업의 AI 도입률 67%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[시각 자료] 2020~2025년 글로벌 AI 시장 규모 추이 막대 그래프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기존 AI vs 생성형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EB3B"/>
                </a:solidFill>
              </a:defRPr>
            </a:pPr>
            <a:r>
              <a:t>기존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  <a:r>
              <a:t>규칙 기반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  <a:r>
              <a:t>특정 업무 자동화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  <a:r>
              <a:t>전문가 개발 필요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0" y="1463040"/>
            <a:ext cx="25400" cy="41148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EB3B"/>
                </a:solidFill>
              </a:defRPr>
            </a:pPr>
            <a:r>
              <a:t>생성형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  <a:r>
              <a:t>학습 기반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  <a:r>
              <a:t>창의적 업무 지원</a:t>
            </a:r>
          </a:p>
          <a:p>
            <a:pPr>
              <a:spcAft>
                <a:spcPts val="800"/>
              </a:spcAft>
              <a:defRPr sz="1800">
                <a:solidFill>
                  <a:srgbClr val="EEEEEE"/>
                </a:solidFill>
              </a:defRPr>
            </a:pPr>
            <a:r>
              <a:t>자연어로 활용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</a:defRPr>
            </a:pPr>
            <a:r>
              <a:t>[시각 자료] 두 유형의 차이를 보여주는 비교 아이콘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FFEB3B"/>
                </a:solidFill>
              </a:defRPr>
            </a:pPr>
            <a: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EEEEEE"/>
                </a:solidFill>
              </a:defRPr>
            </a:pPr>
            <a:r>
              <a:t>AI는 인터넷 이후 가장 큰 기술 혁명이 될 것이다.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754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DBDBD"/>
                </a:solidFill>
              </a:defRPr>
            </a:pPr>
            <a:r>
              <a:t>— 순다 피차이, Google CEO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핵심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EB3B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EEEEE"/>
                </a:solidFill>
              </a:defRPr>
            </a:pPr>
            <a:r>
              <a:t>AI 시장은 급성장 중이며, 생성형 AI가 핵심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EB3B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468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EEEEE"/>
                </a:solidFill>
              </a:defRPr>
            </a:pPr>
            <a:r>
              <a:t>도입 장벽이 낮아지고 있음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EB3B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91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EEEEE"/>
                </a:solidFill>
              </a:defRPr>
            </a:pPr>
            <a:r>
              <a:t>지금 시작해야 경쟁 우위 확보 가능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39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EB3B"/>
                </a:solidFill>
              </a:defRPr>
            </a:pPr>
            <a:r>
              <a:t>Q&amp;A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657600"/>
            <a:ext cx="2743200" cy="381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