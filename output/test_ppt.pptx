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트렌드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</a:defRPr>
            </a:pPr>
            <a:r>
              <a:t>비즈니스 리더를 위한 핵심 인사이트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C1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AI 시장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C1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3대 핵심 트렌드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C1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우리 회사 적용 방안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C1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AI 시장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글로벌 AI 시장 규모 $200B 돌파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연평균 성장률 35%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생성형 AI가 성장을 주도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한국 기업의 AI 도입률 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[시각 자료] 2020~2025년 글로벌 AI 시장 규모 추이 막대 그래프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기존 AI vs 생성형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</a:defRPr>
            </a:pPr>
            <a:r>
              <a:t>기존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규칙 기반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특정 업무 자동화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전문가 개발 필요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463040"/>
            <a:ext cx="25400" cy="4114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</a:defRPr>
            </a:pPr>
            <a:r>
              <a:t>생성형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학습 기반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창의적 업무 지원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자연어로 활용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[시각 자료] 두 유형의 차이를 보여주는 비교 아이콘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2E86C1"/>
                </a:solidFill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333333"/>
                </a:solidFill>
              </a:defRPr>
            </a:pPr>
            <a:r>
              <a:t>AI는 인터넷 이후 가장 큰 기술 혁명이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— 순다 피차이, Google CEO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86C1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AI 시장은 급성장 중이며, 생성형 AI가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86C1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도입 장벽이 낮아지고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86C1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</a:defRPr>
            </a:pPr>
            <a:r>
              <a:t>지금 시작해야 경쟁 우위 확보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</a:defRPr>
            </a:pPr>
            <a: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