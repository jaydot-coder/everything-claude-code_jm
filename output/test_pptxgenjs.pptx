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트렌드 2025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4747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DE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리더를 위한 핵심 인사이트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 현황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트렌드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회사 적용 방안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 현황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AI 시장 규모 $200B 돌파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연평균 성장률 35%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AI가 성장을 주도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기업의 AI 도입률 67%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[시각 자료] 2020~2025년 글로벌 AI 시장 규모 추이 막대 그래프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 vs 생성형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업무 자동화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개발 필요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18288" cy="3657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창의적 업무 지원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자연어로 활용 가능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[시각 자료] 두 유형의 차이를 보여주는 비교 아이콘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인터넷 이후 가장 큰 기술 혁명이 될 것이다.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순다 피차이, Google CEO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시장은 급성장 중이며, 생성형 AI가 핵심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장벽이 낮아지고 있음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시작해야 경쟁 우위 확보 가능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DE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트렌드 2025</dc:title>
  <dc:subject>PptxGenJS Presentation</dc:subject>
  <dc:creator>PPT Generator</dc:creator>
  <cp:lastModifiedBy>PPT Generator</cp:lastModifiedBy>
  <cp:revision>1</cp:revision>
  <dcterms:created xsi:type="dcterms:W3CDTF">2026-03-20T13:45:55Z</dcterms:created>
  <dcterms:modified xsi:type="dcterms:W3CDTF">2026-03-20T13:45:55Z</dcterms:modified>
</cp:coreProperties>
</file>