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539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트렌드 2025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3200400"/>
            <a:ext cx="1828800" cy="36576"/>
          </a:xfrm>
          <a:prstGeom prst="rect">
            <a:avLst/>
          </a:prstGeom>
          <a:solidFill>
            <a:srgbClr val="FFEB3B"/>
          </a:solidFill>
          <a:ln w="12700">
            <a:solidFill>
              <a:srgbClr val="FFEB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47472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E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 리더를 위한 핵심 인사이트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EB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E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5448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E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시장 현황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E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E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트렌드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E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E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회사 적용 방안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E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E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EB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시장 현황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E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AI 시장 규모 $200B 돌파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E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연평균 성장률 35%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E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AI가 성장을 주도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EE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기업의 AI 도입률 67%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[시각 자료] 2020~2025년 글로벌 AI 시장 규모 추이 막대 그래프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EB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AI vs 생성형 AI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E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기반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업무 자동화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개발 필요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34840" y="1280160"/>
            <a:ext cx="18288" cy="3657600"/>
          </a:xfrm>
          <a:prstGeom prst="rect">
            <a:avLst/>
          </a:prstGeom>
          <a:solidFill>
            <a:srgbClr val="FFEB3B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E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기반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창의적 업무 지원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자연어로 활용 가능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[시각 자료] 두 유형의 차이를 보여주는 비교 아이콘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E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371600" y="201168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EE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인터넷 이후 가장 큰 기술 혁명이 될 것이다.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DBD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순다 피차이, Google CEO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FEB3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정리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E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E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시장은 급성장 중이며, 생성형 AI가 핵심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E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E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장벽이 낮아지고 있음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E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834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EEE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시작해야 경쟁 우위 확보 가능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39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975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657600" y="3200400"/>
            <a:ext cx="1828800" cy="36576"/>
          </a:xfrm>
          <a:prstGeom prst="rect">
            <a:avLst/>
          </a:prstGeom>
          <a:solidFill>
            <a:srgbClr val="FFEB3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47472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EB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트렌드 2025</dc:title>
  <dc:subject>PptxGenJS Presentation</dc:subject>
  <dc:creator>PPT Generator</dc:creator>
  <cp:lastModifiedBy>PPT Generator</cp:lastModifiedBy>
  <cp:revision>1</cp:revision>
  <dcterms:created xsi:type="dcterms:W3CDTF">2026-03-20T13:46:01Z</dcterms:created>
  <dcterms:modified xsi:type="dcterms:W3CDTF">2026-03-20T13:46:01Z</dcterms:modified>
</cp:coreProperties>
</file>